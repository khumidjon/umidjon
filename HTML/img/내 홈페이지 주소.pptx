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0" r:id="rId4"/>
    <p:sldId id="263" r:id="rId5"/>
    <p:sldId id="264" r:id="rId6"/>
    <p:sldId id="262" r:id="rId7"/>
    <p:sldId id="271" r:id="rId8"/>
    <p:sldId id="272" r:id="rId9"/>
    <p:sldId id="273" r:id="rId10"/>
    <p:sldId id="274" r:id="rId11"/>
    <p:sldId id="26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93CC6-0F3E-4D8B-AE46-57A36BCB9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87FD87-466E-4DE9-B4D2-45ACA2658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29FA69-233E-452A-92C8-9E52E59B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D002CC-DA6C-42EA-941D-B7D93B4B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CA48CE-205C-4215-B926-0DEC794B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0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CED2B-E9F1-414C-ABF1-E1F38639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4046BC-B729-43B7-B056-193802BBA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EBF8D-72FD-4C0F-AC53-1000235A4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C9568F-14B8-41E7-A63E-D2C04741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0323B-BEE1-4906-B42B-B08ED518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20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01D4F-75A0-4B6E-A288-5FF7B0EC1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7A1756-4320-4367-B1E9-3975FFD4F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6B3E7-7EDA-49C6-8A03-1A264870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23C788-4927-467A-BBC9-7AFFC119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CAE402-6DF3-4A08-9CEE-FF4C6BA6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00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18EE6-CF50-482D-BB8E-F18883BC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EB2144-72CB-48EF-A63D-5BAD9898E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ADCB0C-FCB1-48E0-ADE0-C2EBBEA2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53F570-1C47-4E3F-91B6-560AA729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C555F4-D462-4829-B733-443DAF31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D90E37-F3B3-4BE7-BC5A-E33FEA05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0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34A2E-6B11-4209-A62A-67F7608D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6337-13ED-4AFE-91C8-908F34C3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F6C0E8-BD6E-4AD1-9D77-4D97C62C1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232798-040F-48CD-9DA1-349C8A452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DBD5D0-B7F0-4003-8BD3-5E492F1BD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3FA706-956C-408D-BF63-A3295568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2601B2-FB63-4719-8E47-03BD52D95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5C98DE-20B9-4CD5-9322-970CB54C9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16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DE5EF-763D-4426-815C-121E628A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AEAC3A-F67D-461E-93EA-C9D50CBF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DA696B-0AA8-4230-961C-76C6E9A0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AB032A-B0CB-41AC-9522-D137AC91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89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70771C-C202-420E-99A9-DB317342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432B51-0781-424B-82EF-DE23B11A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43D4A-2AEB-4FD7-869F-9A9498A2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565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82BC-8431-4F07-99CF-C74E9E24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A03680-D423-4537-8989-550C21B50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664DAD-95AD-4939-979D-F988C1B10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CF1599-4889-41F3-8589-2DEE1F77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DDC421-6FBB-48E4-87A2-EE2AE795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7ADA4E-7FC6-4CFF-B541-2238D134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7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56D17-7100-4574-856F-54F583C7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2ED7A3-7DAB-4B21-A914-7B6AAF608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64E8F-FA3E-4582-8238-DE3963E6C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1AB1A6-0972-423B-86A3-98298C25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424A6-4C2B-450C-AEC1-7C9C19F0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6FE1B3-15F9-48F6-B695-14617822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28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FA0D2-D21E-47A5-9577-0B929DA6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D5AC72-5427-471D-A3BF-F694A84C7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F8124A-6186-4D07-9CDD-21814016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45B40C-0A7D-4563-A465-C16D1C63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F4DB56-EB76-4F4C-9BAD-A5392EB8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20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896101-F180-4B2E-A521-C3807A3AA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E2D922-AABD-4B73-9405-DA4A9BCE5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6C3A6D-35E3-4D39-8FC2-B0907B8B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1681CB-5988-44FE-912E-BA2C8F16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DFD5A-2ABD-4EF1-8995-F895AE5F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51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68E4634-2677-4B6D-BBCB-81E2CC19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87CD50-AB9F-4555-8DCF-65022A247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30203-6871-43AB-ACF0-45B6901F4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7F604-0F16-40BD-A438-C1C3A15C4C1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A1AE0-3445-48AF-9D5B-E6410749B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0A5545-5CE2-4EF3-AE59-A779C7559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65BCF-70B7-43D4-BC16-A708197EF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19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F2314-C39D-47AC-A379-386379F32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내 홈페이지 주소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27F8D7-C5E5-4232-935C-44394DFEAA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http://</a:t>
            </a:r>
            <a:r>
              <a:rPr lang="ko-KR" altLang="en-US" dirty="0"/>
              <a:t>아이디</a:t>
            </a:r>
            <a:r>
              <a:rPr lang="en-US" altLang="ko-KR" dirty="0"/>
              <a:t>.github.io/</a:t>
            </a:r>
            <a:r>
              <a:rPr lang="ko-KR" altLang="en-US" dirty="0" err="1"/>
              <a:t>리파지토리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0944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DDB50-0E58-4F6E-99D4-ABC4577E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dirty="0" err="1"/>
              <a:t>Github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2809F-C536-410C-8A7A-66C9913E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6" y="1061048"/>
            <a:ext cx="11947584" cy="434816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sz="2000" dirty="0" err="1"/>
              <a:t>Github</a:t>
            </a:r>
            <a:r>
              <a:rPr lang="en-US" altLang="ko-KR" sz="2000" dirty="0"/>
              <a:t> </a:t>
            </a:r>
            <a:r>
              <a:rPr lang="ko-KR" altLang="en-US" sz="2000" dirty="0" err="1"/>
              <a:t>깃허브에서</a:t>
            </a:r>
            <a:r>
              <a:rPr lang="en-US" altLang="ko-KR" sz="2000" dirty="0"/>
              <a:t> </a:t>
            </a:r>
            <a:r>
              <a:rPr lang="ko-KR" altLang="en-US" sz="2000" dirty="0"/>
              <a:t>회원 가입을 한다</a:t>
            </a:r>
            <a:r>
              <a:rPr lang="en-US" altLang="ko-KR" sz="2000" dirty="0"/>
              <a:t>. </a:t>
            </a:r>
            <a:r>
              <a:rPr lang="en-US" altLang="ko-KR" sz="2000" dirty="0">
                <a:hlinkClick r:id="rId2"/>
              </a:rPr>
              <a:t>https://github.com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새로운</a:t>
            </a:r>
            <a:r>
              <a:rPr lang="en-US" altLang="ko-KR" sz="2000" dirty="0"/>
              <a:t> </a:t>
            </a:r>
            <a:r>
              <a:rPr lang="ko-KR" altLang="en-US" sz="2000" dirty="0" err="1"/>
              <a:t>리파지토리</a:t>
            </a:r>
            <a:r>
              <a:rPr lang="en-US" altLang="ko-KR" sz="2000" dirty="0"/>
              <a:t>(repository)</a:t>
            </a:r>
            <a:r>
              <a:rPr lang="ko-KR" altLang="en-US" sz="2000" dirty="0"/>
              <a:t>를 만든다</a:t>
            </a:r>
            <a:r>
              <a:rPr lang="en-US" altLang="ko-KR" sz="2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1A1BE-6C35-47A7-B52D-106EF324F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61" y="2490536"/>
            <a:ext cx="8361104" cy="423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1012192-1D0E-4472-B1B0-CB797603979C}"/>
              </a:ext>
            </a:extLst>
          </p:cNvPr>
          <p:cNvSpPr/>
          <p:nvPr/>
        </p:nvSpPr>
        <p:spPr>
          <a:xfrm>
            <a:off x="672861" y="4183812"/>
            <a:ext cx="1431984" cy="569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075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0D9ABDA-DD4E-4A46-B7F4-F914E7FF9FAE}"/>
              </a:ext>
            </a:extLst>
          </p:cNvPr>
          <p:cNvGrpSpPr/>
          <p:nvPr/>
        </p:nvGrpSpPr>
        <p:grpSpPr>
          <a:xfrm>
            <a:off x="4612229" y="0"/>
            <a:ext cx="6886783" cy="6858000"/>
            <a:chOff x="2688538" y="0"/>
            <a:chExt cx="6886783" cy="685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D2451CF-92F4-4946-890B-4F613942E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8538" y="0"/>
              <a:ext cx="6814923" cy="685800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BD43DBE-8EE5-4414-98CC-8AAE0608CB8B}"/>
                </a:ext>
              </a:extLst>
            </p:cNvPr>
            <p:cNvSpPr/>
            <p:nvPr/>
          </p:nvSpPr>
          <p:spPr>
            <a:xfrm>
              <a:off x="7479103" y="6038491"/>
              <a:ext cx="2096218" cy="62110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881A5E-C39E-40CC-89D0-023BE78A75FC}"/>
              </a:ext>
            </a:extLst>
          </p:cNvPr>
          <p:cNvSpPr/>
          <p:nvPr/>
        </p:nvSpPr>
        <p:spPr>
          <a:xfrm>
            <a:off x="201284" y="196285"/>
            <a:ext cx="6096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-Repository name</a:t>
            </a:r>
            <a:r>
              <a:rPr lang="ko-KR" altLang="en-US" dirty="0"/>
              <a:t>을 </a:t>
            </a:r>
            <a:r>
              <a:rPr lang="ko-KR" altLang="en-US" dirty="0" err="1"/>
              <a:t>회원가입할</a:t>
            </a:r>
            <a:r>
              <a:rPr lang="ko-KR" altLang="en-US" dirty="0"/>
              <a:t> 때 만든 </a:t>
            </a:r>
            <a:r>
              <a:rPr lang="en-US" altLang="ko-KR" dirty="0"/>
              <a:t>{username}.github.io}</a:t>
            </a:r>
            <a:r>
              <a:rPr lang="ko-KR" altLang="en-US" dirty="0"/>
              <a:t>형태로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아래의 </a:t>
            </a:r>
            <a:r>
              <a:rPr lang="en-US" altLang="ko-KR" dirty="0"/>
              <a:t>green button (Create repository)</a:t>
            </a:r>
            <a:r>
              <a:rPr lang="ko-KR" altLang="en-US" dirty="0"/>
              <a:t>을 </a:t>
            </a:r>
            <a:endParaRPr lang="en-US" altLang="ko-KR" dirty="0"/>
          </a:p>
          <a:p>
            <a:r>
              <a:rPr lang="ko-KR" altLang="en-US" dirty="0"/>
              <a:t>클릭한다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405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B0AE64B-F1FF-4BD9-A8B9-F2BCCA8C8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23" y="928926"/>
            <a:ext cx="8521046" cy="530797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391D678-E2CF-4A88-B933-302E17BCB2AC}"/>
              </a:ext>
            </a:extLst>
          </p:cNvPr>
          <p:cNvSpPr/>
          <p:nvPr/>
        </p:nvSpPr>
        <p:spPr>
          <a:xfrm>
            <a:off x="5460522" y="3045558"/>
            <a:ext cx="1414732" cy="405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34EAB-60FC-4E45-96AA-113B2B39C33D}"/>
              </a:ext>
            </a:extLst>
          </p:cNvPr>
          <p:cNvSpPr txBox="1"/>
          <p:nvPr/>
        </p:nvSpPr>
        <p:spPr>
          <a:xfrm>
            <a:off x="465826" y="1940943"/>
            <a:ext cx="12747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Index.html</a:t>
            </a:r>
          </a:p>
          <a:p>
            <a:r>
              <a:rPr lang="en-US" altLang="ko-KR" dirty="0"/>
              <a:t>/</a:t>
            </a:r>
            <a:r>
              <a:rPr lang="en-US" altLang="ko-KR" dirty="0" err="1"/>
              <a:t>img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/video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FBC1A2-1F39-4EC8-9EBC-1EF183E9CE1C}"/>
              </a:ext>
            </a:extLst>
          </p:cNvPr>
          <p:cNvSpPr/>
          <p:nvPr/>
        </p:nvSpPr>
        <p:spPr>
          <a:xfrm>
            <a:off x="118833" y="345858"/>
            <a:ext cx="5208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미리 </a:t>
            </a:r>
            <a:r>
              <a:rPr lang="ko-KR" altLang="en-US" dirty="0" err="1"/>
              <a:t>만들어놓은</a:t>
            </a:r>
            <a:r>
              <a:rPr lang="ko-KR" altLang="en-US" dirty="0"/>
              <a:t> 홈페이지 파일을 업로드한다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423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ED08278-F881-4537-B931-46198AE05510}"/>
              </a:ext>
            </a:extLst>
          </p:cNvPr>
          <p:cNvGrpSpPr/>
          <p:nvPr/>
        </p:nvGrpSpPr>
        <p:grpSpPr>
          <a:xfrm>
            <a:off x="4681050" y="0"/>
            <a:ext cx="7143108" cy="6858000"/>
            <a:chOff x="2524446" y="0"/>
            <a:chExt cx="7143108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04AF1BB-F2BD-40E3-A71E-B18950139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4446" y="0"/>
              <a:ext cx="7143108" cy="68580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763C9F-35C6-4425-A5D4-3EBBBF13119B}"/>
                </a:ext>
              </a:extLst>
            </p:cNvPr>
            <p:cNvSpPr/>
            <p:nvPr/>
          </p:nvSpPr>
          <p:spPr>
            <a:xfrm>
              <a:off x="2881224" y="6426679"/>
              <a:ext cx="1423358" cy="2846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EBF44B3-6739-4B83-A341-96A41297194C}"/>
              </a:ext>
            </a:extLst>
          </p:cNvPr>
          <p:cNvSpPr txBox="1"/>
          <p:nvPr/>
        </p:nvSpPr>
        <p:spPr>
          <a:xfrm>
            <a:off x="759125" y="1742536"/>
            <a:ext cx="2263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꼭 </a:t>
            </a:r>
            <a:r>
              <a:rPr lang="en-US" altLang="ko-KR" dirty="0"/>
              <a:t>Commit changes</a:t>
            </a:r>
          </a:p>
          <a:p>
            <a:r>
              <a:rPr lang="ko-KR" altLang="en-US" dirty="0"/>
              <a:t>버튼 누른다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208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1CF2275-799E-447E-A081-DB3D0D71471A}"/>
              </a:ext>
            </a:extLst>
          </p:cNvPr>
          <p:cNvSpPr/>
          <p:nvPr/>
        </p:nvSpPr>
        <p:spPr>
          <a:xfrm>
            <a:off x="537713" y="206675"/>
            <a:ext cx="92446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sz="2000" dirty="0"/>
          </a:p>
          <a:p>
            <a:r>
              <a:rPr lang="en-US" altLang="ko-KR" sz="2000" dirty="0"/>
              <a:t> index.html</a:t>
            </a:r>
            <a:r>
              <a:rPr lang="ko-KR" altLang="en-US" sz="2000" dirty="0"/>
              <a:t>을 </a:t>
            </a:r>
            <a:r>
              <a:rPr lang="ko-KR" altLang="en-US" sz="2000" dirty="0" err="1"/>
              <a:t>업로드된</a:t>
            </a:r>
            <a:r>
              <a:rPr lang="ko-KR" altLang="en-US" sz="2000" dirty="0"/>
              <a:t> 것을 확인한다</a:t>
            </a:r>
            <a:r>
              <a:rPr lang="en-US" altLang="ko-KR" sz="2000" dirty="0"/>
              <a:t>.</a:t>
            </a:r>
          </a:p>
          <a:p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67E78A-CB84-454E-881E-FF462BB79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45" y="1805609"/>
            <a:ext cx="7343955" cy="505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8DEAB7-DF34-4B59-B96E-9BC2AB379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205" y="0"/>
            <a:ext cx="8950398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B1EC5EC-E9A4-4A90-B377-22ED77E3B04B}"/>
              </a:ext>
            </a:extLst>
          </p:cNvPr>
          <p:cNvSpPr/>
          <p:nvPr/>
        </p:nvSpPr>
        <p:spPr>
          <a:xfrm>
            <a:off x="6320287" y="1233577"/>
            <a:ext cx="1475117" cy="3881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28194-15E5-461A-BCD9-F3C2D53F1E8F}"/>
              </a:ext>
            </a:extLst>
          </p:cNvPr>
          <p:cNvSpPr txBox="1"/>
          <p:nvPr/>
        </p:nvSpPr>
        <p:spPr>
          <a:xfrm>
            <a:off x="491706" y="1337094"/>
            <a:ext cx="3053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/>
          </a:p>
          <a:p>
            <a:r>
              <a:rPr lang="ko-KR" altLang="en-US" dirty="0" err="1"/>
              <a:t>리파지토리에서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Add files via upload </a:t>
            </a:r>
            <a:r>
              <a:rPr lang="ko-KR" altLang="en-US" dirty="0"/>
              <a:t>누른다</a:t>
            </a:r>
          </a:p>
        </p:txBody>
      </p:sp>
    </p:spTree>
    <p:extLst>
      <p:ext uri="{BB962C8B-B14F-4D97-AF65-F5344CB8AC3E}">
        <p14:creationId xmlns:p14="http://schemas.microsoft.com/office/powerpoint/2010/main" val="39093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5D72274-1749-4256-A354-C52807087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799" y="0"/>
            <a:ext cx="979826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41B39A-E37B-47D5-8943-F8E0DCE596B4}"/>
              </a:ext>
            </a:extLst>
          </p:cNvPr>
          <p:cNvSpPr txBox="1"/>
          <p:nvPr/>
        </p:nvSpPr>
        <p:spPr>
          <a:xfrm>
            <a:off x="319177" y="655608"/>
            <a:ext cx="1483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Settings</a:t>
            </a:r>
            <a:r>
              <a:rPr lang="ko-KR" altLang="en-US" dirty="0"/>
              <a:t>에서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99812E-ADFC-4A1A-8B7F-6735AD20FFBF}"/>
              </a:ext>
            </a:extLst>
          </p:cNvPr>
          <p:cNvSpPr/>
          <p:nvPr/>
        </p:nvSpPr>
        <p:spPr>
          <a:xfrm>
            <a:off x="2757578" y="4485736"/>
            <a:ext cx="1475117" cy="3881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CFF1F7-AE74-45D7-9D79-6B73C4D70EEE}"/>
              </a:ext>
            </a:extLst>
          </p:cNvPr>
          <p:cNvSpPr/>
          <p:nvPr/>
        </p:nvSpPr>
        <p:spPr>
          <a:xfrm>
            <a:off x="6211019" y="2915728"/>
            <a:ext cx="1112808" cy="3881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7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43BECFC-A8D5-4D35-B0E9-06F46065B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17" y="0"/>
            <a:ext cx="9265166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29A952B-641F-43F9-9D5B-B42A68526D69}"/>
              </a:ext>
            </a:extLst>
          </p:cNvPr>
          <p:cNvSpPr/>
          <p:nvPr/>
        </p:nvSpPr>
        <p:spPr>
          <a:xfrm>
            <a:off x="3994031" y="767753"/>
            <a:ext cx="3792747" cy="759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7097C5-9AC8-49C6-AD3D-7860403A6401}"/>
              </a:ext>
            </a:extLst>
          </p:cNvPr>
          <p:cNvSpPr/>
          <p:nvPr/>
        </p:nvSpPr>
        <p:spPr>
          <a:xfrm>
            <a:off x="8080075" y="953220"/>
            <a:ext cx="1184695" cy="3881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13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2F05E15-86DC-4EA6-AB67-0FF105574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480" y="0"/>
            <a:ext cx="78330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23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EE1629-F827-48E3-A8DD-24CCA99DF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95" y="0"/>
            <a:ext cx="110050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0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100</Words>
  <Application>Microsoft Office PowerPoint</Application>
  <PresentationFormat>와이드스크린</PresentationFormat>
  <Paragraphs>42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내 홈페이지 주소</vt:lpstr>
      <vt:lpstr>Github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owner</dc:creator>
  <cp:lastModifiedBy>owner</cp:lastModifiedBy>
  <cp:revision>15</cp:revision>
  <dcterms:created xsi:type="dcterms:W3CDTF">2025-11-12T04:01:59Z</dcterms:created>
  <dcterms:modified xsi:type="dcterms:W3CDTF">2025-11-24T09:43:48Z</dcterms:modified>
</cp:coreProperties>
</file>